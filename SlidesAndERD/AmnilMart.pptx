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E36227-314E-44DB-B661-F9C13B1295BE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EF40F7-6646-4285-98D5-BE260F683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426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BB2DDB0D-423B-47FE-BEA2-EDD6176601DE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/>
              <a:t>ECommerce Amnil Technology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1E666E69-3232-4F82-A534-D16FE4AA96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598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538DE-A464-46F7-8F5A-B004CE63D627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ECommerce Amnil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66E69-3232-4F82-A534-D16FE4AA96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291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E95A3-9A95-49EC-980E-EE06503E8948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ECommerce Amnil Technology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66E69-3232-4F82-A534-D16FE4AA96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16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09205-EC32-4820-ACA8-72085A9E2E5E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ECommerce Amnil Technology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66E69-3232-4F82-A534-D16FE4AA96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725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43FD1-4338-400D-B1AF-C749F21C26F8}" type="datetime1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ECommerce Amnil Technology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66E69-3232-4F82-A534-D16FE4AA96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060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DA5AA-60A5-4C4D-A45A-DE055433C465}" type="datetime1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ECommerce Amnil Technology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66E69-3232-4F82-A534-D16FE4AA96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811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30A1C-4BAC-44E6-97E3-F9C975CDB8C7}" type="datetime1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ECommerce Amnil Technology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66E69-3232-4F82-A534-D16FE4AA96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377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4697C-6277-461F-9B3A-3D6E0B221793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ECommerce Amnil Technology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66E69-3232-4F82-A534-D16FE4AA96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643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075D3-D134-470B-A199-DDE6B195352C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ECommerce Amnil Technology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66E69-3232-4F82-A534-D16FE4AA96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216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7244E-981D-45AA-BBDB-A90280BC928E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ECommerce Amnil Technology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66E69-3232-4F82-A534-D16FE4AA96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85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4C6EE-7866-47C5-9986-0A93C6EB56F5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ECommerce Amnil Technology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66E69-3232-4F82-A534-D16FE4AA96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5509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5B7D4-4DDD-4D8C-81F3-E59F968BE435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ECommerce Amnil Technology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66E69-3232-4F82-A534-D16FE4AA96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2513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36F06-9835-480E-BA96-A35DCDFBBB1C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ECommerce Amnil Technology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66E69-3232-4F82-A534-D16FE4AA96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2229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A8744-63C6-4C62-BA28-5543A6BEB9E0}" type="datetime1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ECommerce Amnil Technology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66E69-3232-4F82-A534-D16FE4AA96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078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CA800-53BE-4C44-9B83-A6CAE8572435}" type="datetime1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/>
              <a:t>ECommerce Amnil Technology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66E69-3232-4F82-A534-D16FE4AA96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2391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B858D3E1-B9AA-4663-A7BF-97855AC814B2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ECommerce Amnil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66E69-3232-4F82-A534-D16FE4AA96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1675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41128C1E-6640-448A-87C1-D36CA6E708FE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ECommerce Amnil Technology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66E69-3232-4F82-A534-D16FE4AA96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412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84631B80-DD7B-4EEE-A136-BFBAB075ECCC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/>
              <a:t>ECommerce Amnil Technology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1E666E69-3232-4F82-A534-D16FE4AA96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62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3C2D5-A149-42B2-97A2-9F72695312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991" y="485370"/>
            <a:ext cx="10774018" cy="3173341"/>
          </a:xfrm>
        </p:spPr>
        <p:txBody>
          <a:bodyPr/>
          <a:lstStyle/>
          <a:p>
            <a:r>
              <a:rPr lang="en-GB" sz="4800" dirty="0"/>
              <a:t>ECommerce Product </a:t>
            </a:r>
            <a:r>
              <a:rPr lang="en-GB" sz="4800"/>
              <a:t>Management   				System : </a:t>
            </a:r>
            <a:r>
              <a:rPr lang="en-GB" sz="4800" dirty="0" err="1"/>
              <a:t>Amnil</a:t>
            </a:r>
            <a:r>
              <a:rPr lang="en-GB" sz="4800" dirty="0"/>
              <a:t> Mart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9BF548-A782-4879-9E97-950A7735EF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4680" y="4268312"/>
            <a:ext cx="8825658" cy="861420"/>
          </a:xfrm>
        </p:spPr>
        <p:txBody>
          <a:bodyPr/>
          <a:lstStyle/>
          <a:p>
            <a:r>
              <a:rPr lang="en-GB" dirty="0"/>
              <a:t>Bibash </a:t>
            </a:r>
            <a:r>
              <a:rPr lang="en-GB" dirty="0" err="1"/>
              <a:t>ACharYA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619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BF0AE-2355-4EE8-AFB6-DBC86763B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Table of Contents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08C10-3400-4269-9DB9-436F847AE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139674"/>
            <a:ext cx="8825659" cy="3416300"/>
          </a:xfrm>
        </p:spPr>
        <p:txBody>
          <a:bodyPr/>
          <a:lstStyle/>
          <a:p>
            <a:r>
              <a:rPr lang="en-GB" dirty="0"/>
              <a:t>About the Project</a:t>
            </a:r>
          </a:p>
          <a:p>
            <a:r>
              <a:rPr lang="en-GB" dirty="0"/>
              <a:t>Database ER Diagram</a:t>
            </a:r>
          </a:p>
          <a:p>
            <a:r>
              <a:rPr lang="en-GB" dirty="0"/>
              <a:t>UI and Styling</a:t>
            </a:r>
          </a:p>
          <a:p>
            <a:r>
              <a:rPr lang="en-GB" dirty="0"/>
              <a:t>API and Documentation</a:t>
            </a:r>
          </a:p>
          <a:p>
            <a:r>
              <a:rPr lang="en-GB" dirty="0"/>
              <a:t>Learnings and Challenges Faced</a:t>
            </a:r>
          </a:p>
          <a:p>
            <a:r>
              <a:rPr lang="en-GB" dirty="0"/>
              <a:t>Limitations</a:t>
            </a:r>
          </a:p>
          <a:p>
            <a:r>
              <a:rPr lang="en-GB" dirty="0"/>
              <a:t>Future Enhancements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581EE-6D1D-4090-B4A5-8D17F7F59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96FAF-30E2-4E03-B22F-43DE214DCEFA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F5B66-1CAE-4A6A-B3C6-E0AB990A2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ECommerce Amnil Technology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19ECA-5FE0-47BB-A06A-A165F286F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66E69-3232-4F82-A534-D16FE4AA96A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324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AEE80-E07A-4E49-A69F-9D53C3FAC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About the Project: </a:t>
            </a:r>
            <a:r>
              <a:rPr lang="en-GB" dirty="0" err="1"/>
              <a:t>Amnil</a:t>
            </a:r>
            <a:r>
              <a:rPr lang="en-GB" dirty="0"/>
              <a:t> Mart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3DBC6-4CB1-417A-A330-594BFC5BE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59" y="2232438"/>
            <a:ext cx="10109393" cy="4625561"/>
          </a:xfrm>
        </p:spPr>
        <p:txBody>
          <a:bodyPr/>
          <a:lstStyle/>
          <a:p>
            <a:r>
              <a:rPr lang="en-GB" dirty="0"/>
              <a:t>An ECommerce Product Management System</a:t>
            </a:r>
          </a:p>
          <a:p>
            <a:r>
              <a:rPr lang="en-GB" dirty="0"/>
              <a:t>Features : </a:t>
            </a:r>
            <a:r>
              <a:rPr lang="en-GB" dirty="0" err="1"/>
              <a:t>HomePage</a:t>
            </a:r>
            <a:r>
              <a:rPr lang="en-GB" dirty="0"/>
              <a:t> and Navigation, CRUD Operations, Dynamic Full Stack Content</a:t>
            </a:r>
          </a:p>
          <a:p>
            <a:r>
              <a:rPr lang="en-GB" dirty="0"/>
              <a:t>Tech Stack Used: HTML, CSS, JS and Bootstrap for Frontend, ASP.NET and </a:t>
            </a:r>
            <a:r>
              <a:rPr lang="en-GB" dirty="0" err="1"/>
              <a:t>PostGRESQL</a:t>
            </a:r>
            <a:r>
              <a:rPr lang="en-GB" dirty="0"/>
              <a:t> for Backend</a:t>
            </a:r>
          </a:p>
          <a:p>
            <a:r>
              <a:rPr lang="en-GB" b="1" dirty="0"/>
              <a:t>Problem Solved by Application </a:t>
            </a:r>
            <a:r>
              <a:rPr lang="en-GB" dirty="0"/>
              <a:t>: In the ever changing world of technology, people prefer online shopping from the comfort of your home.</a:t>
            </a:r>
          </a:p>
          <a:p>
            <a:r>
              <a:rPr lang="en-GB" b="1" dirty="0"/>
              <a:t>Technical Approach : </a:t>
            </a:r>
            <a:r>
              <a:rPr lang="en-GB" b="1" dirty="0" err="1"/>
              <a:t>AmnilMart</a:t>
            </a:r>
            <a:r>
              <a:rPr lang="en-GB" dirty="0"/>
              <a:t> provides the solution to this problem</a:t>
            </a:r>
          </a:p>
          <a:p>
            <a:endParaRPr lang="en-GB" dirty="0"/>
          </a:p>
          <a:p>
            <a:endParaRPr lang="en-GB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F29B5A-6280-426F-AB32-492DBEE4D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B0AC1-900D-4E1A-8A91-60A361ABC857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63490-40E4-4680-BF7A-1582EA1A8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ECommerce Amnil Technology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7C2E8-71B0-427F-A03E-5ABE87446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66E69-3232-4F82-A534-D16FE4AA96A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745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0D0AB-12D8-46D5-8E86-101FE3D4B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Database ER Diagram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22189-70EC-4409-9785-C29281FC5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538DE-A464-46F7-8F5A-B004CE63D627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E476A-5DF6-408F-96EA-772CA09D9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ECommerce Amnil Technology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5F8E5-D0AE-4DD9-A7D7-7A114A35C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66E69-3232-4F82-A534-D16FE4AA96AE}" type="slidenum">
              <a:rPr lang="en-US" smtClean="0"/>
              <a:t>4</a:t>
            </a:fld>
            <a:endParaRPr lang="en-US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879855EC-AA40-4B84-A8A9-3EAAF28B71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70" y="1828800"/>
            <a:ext cx="9117495" cy="4191000"/>
          </a:xfrm>
        </p:spPr>
      </p:pic>
    </p:spTree>
    <p:extLst>
      <p:ext uri="{BB962C8B-B14F-4D97-AF65-F5344CB8AC3E}">
        <p14:creationId xmlns:p14="http://schemas.microsoft.com/office/powerpoint/2010/main" val="4153453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31696-BC30-44EC-B8ED-6731194CD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Features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B1279-E2D8-4149-AA13-9D0FFE55E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6171" y="2179431"/>
            <a:ext cx="8825659" cy="3416300"/>
          </a:xfrm>
        </p:spPr>
        <p:txBody>
          <a:bodyPr/>
          <a:lstStyle/>
          <a:p>
            <a:r>
              <a:rPr lang="en-GB" dirty="0"/>
              <a:t>Home Page and Navigation</a:t>
            </a:r>
          </a:p>
          <a:p>
            <a:r>
              <a:rPr lang="en-GB" dirty="0"/>
              <a:t>CRUD Operation</a:t>
            </a:r>
            <a:r>
              <a:rPr lang="en-US" dirty="0"/>
              <a:t>s and Full Stack Dynamic Content</a:t>
            </a:r>
          </a:p>
          <a:p>
            <a:r>
              <a:rPr lang="en-US" dirty="0"/>
              <a:t>UI makes use of mostly </a:t>
            </a:r>
            <a:r>
              <a:rPr lang="en-US" b="1" dirty="0"/>
              <a:t>Red </a:t>
            </a:r>
            <a:r>
              <a:rPr lang="en-US" dirty="0"/>
              <a:t>Color to align with the theme of </a:t>
            </a:r>
            <a:r>
              <a:rPr lang="en-US" b="1" dirty="0" err="1"/>
              <a:t>Amnil</a:t>
            </a:r>
            <a:r>
              <a:rPr lang="en-US" b="1" dirty="0"/>
              <a:t> Technology</a:t>
            </a:r>
          </a:p>
          <a:p>
            <a:r>
              <a:rPr lang="en-US" dirty="0"/>
              <a:t>Looking for my Products my Categories or by looking at product detail through Product Detail Button</a:t>
            </a:r>
          </a:p>
          <a:p>
            <a:r>
              <a:rPr lang="en-US" b="1" dirty="0"/>
              <a:t>Customer Support </a:t>
            </a:r>
            <a:r>
              <a:rPr lang="en-US" dirty="0"/>
              <a:t>available on Website </a:t>
            </a:r>
            <a:r>
              <a:rPr lang="en-US" b="1" dirty="0" err="1"/>
              <a:t>AboutUs</a:t>
            </a:r>
            <a:r>
              <a:rPr lang="en-US" dirty="0"/>
              <a:t> page along with </a:t>
            </a:r>
            <a:r>
              <a:rPr lang="en-US" dirty="0" err="1"/>
              <a:t>Email,Contact</a:t>
            </a:r>
            <a:r>
              <a:rPr lang="en-US" dirty="0"/>
              <a:t> No and Google Map Location 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F95C8-D12D-49EF-95DB-0CAF45A1A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538DE-A464-46F7-8F5A-B004CE63D627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5025AF-567A-42C9-9B49-6167CAFD0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ECommerce Amnil Technology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1933B-5928-44D1-86B5-38A757A54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66E69-3232-4F82-A534-D16FE4AA96A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482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9DACA-30EF-42CD-964B-77B6F46E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UI And Styling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30FFF-D261-4B45-AE02-8552C9B6D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9424" y="2328085"/>
            <a:ext cx="8825659" cy="3416300"/>
          </a:xfrm>
        </p:spPr>
        <p:txBody>
          <a:bodyPr/>
          <a:lstStyle/>
          <a:p>
            <a:r>
              <a:rPr lang="en-GB" dirty="0"/>
              <a:t>Bootstrap library used for Styling the User Interface</a:t>
            </a:r>
          </a:p>
          <a:p>
            <a:r>
              <a:rPr lang="en-GB" dirty="0"/>
              <a:t>Custom CSS and Vanilla JavaScript also used to customize some styling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D0516-6CBF-488C-9EC3-972683B5E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538DE-A464-46F7-8F5A-B004CE63D627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236B7-7AB5-42D2-AFE6-682EEC3CA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ECommerce Amnil Technology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041E1-BA1C-4CD3-A4C5-57CA08A33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66E69-3232-4F82-A534-D16FE4AA96A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860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8F6E0-3B08-4568-81F4-C20E58042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API and Documentation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FF0CB-2703-491D-B4DA-ED8B65CAE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7943" y="2270778"/>
            <a:ext cx="9261832" cy="4024003"/>
          </a:xfrm>
        </p:spPr>
        <p:txBody>
          <a:bodyPr/>
          <a:lstStyle/>
          <a:p>
            <a:r>
              <a:rPr lang="en-GB" dirty="0"/>
              <a:t>Project Uses API Architecture instead of Server Side Rendering</a:t>
            </a:r>
          </a:p>
          <a:p>
            <a:r>
              <a:rPr lang="en-GB" dirty="0"/>
              <a:t>API Endpoints tested with POSTMAN and published documentation link available on README.md file</a:t>
            </a:r>
          </a:p>
          <a:p>
            <a:endParaRPr lang="en-GB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9F492-B653-4336-860D-5A75628BA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538DE-A464-46F7-8F5A-B004CE63D627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5C3DF-E1F1-45E9-B5CC-11492CD24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ECommerce Amnil Technology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3D568-8FA5-4402-9E25-11AB3E4E3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66E69-3232-4F82-A534-D16FE4AA96A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177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9110F-CC24-46BE-971E-5852DB190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Learnings and Challenges Faced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2D98886-F8C7-4761-99EF-8BEF310827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Learnings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98A2F-8989-4454-AFCE-18455342281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Database Design</a:t>
            </a:r>
          </a:p>
          <a:p>
            <a:pPr lvl="1"/>
            <a:r>
              <a:rPr lang="en-GB" dirty="0"/>
              <a:t>Relationship between Entities</a:t>
            </a:r>
          </a:p>
          <a:p>
            <a:r>
              <a:rPr lang="en-GB" dirty="0"/>
              <a:t>Project Planning and System Architecture Design</a:t>
            </a:r>
          </a:p>
          <a:p>
            <a:r>
              <a:rPr lang="en-GB" dirty="0"/>
              <a:t>First Time Use of Object Relational Mapper in my Project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A0BD559-1833-49FB-9BAF-E2974F7A73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Challenges Faced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A2BEBD5-25BE-4536-9CC9-AD98ED4DB35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GB" dirty="0"/>
              <a:t>User Interface Styling</a:t>
            </a:r>
          </a:p>
          <a:p>
            <a:r>
              <a:rPr lang="en-GB" dirty="0"/>
              <a:t>Barrier of Time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6B299-4DA5-41EF-BF9F-0AC8197E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538DE-A464-46F7-8F5A-B004CE63D627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CC770-326D-4826-BCF8-C5407C6DC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ECommerce Amnil Technology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F2AD9-046D-4AFC-979A-6579EED13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66E69-3232-4F82-A534-D16FE4AA96A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546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92A83930-55C8-4861-903F-65D743379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Limitations 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C9F5A43-9355-4F58-8B69-BA86F5441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4934" y="2232438"/>
            <a:ext cx="9974857" cy="4159399"/>
          </a:xfrm>
        </p:spPr>
        <p:txBody>
          <a:bodyPr/>
          <a:lstStyle/>
          <a:p>
            <a:r>
              <a:rPr lang="en-GB" dirty="0"/>
              <a:t>Authentication and Authorization</a:t>
            </a:r>
          </a:p>
          <a:p>
            <a:r>
              <a:rPr lang="en-GB" dirty="0"/>
              <a:t>Haven’t made use of all Entities and Relationships</a:t>
            </a:r>
            <a:r>
              <a:rPr lang="en-US" dirty="0"/>
              <a:t> ,for instance, when a product is bought, I haven’t implemented the functionality to add the product to Order and </a:t>
            </a:r>
            <a:r>
              <a:rPr lang="en-US" dirty="0" err="1"/>
              <a:t>OrderItem</a:t>
            </a:r>
            <a:r>
              <a:rPr lang="en-US" dirty="0"/>
              <a:t> and decrease the Product Stock from the Inventory table </a:t>
            </a:r>
            <a:endParaRPr lang="en-GB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F3CF6A-68E8-4CB1-A026-D7A7284D5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43FD1-4338-400D-B1AF-C749F21C26F8}" type="datetime1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2F50BC-EC87-4F13-94DB-BCF7BBC1D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ECommerce Amnil Technology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30C0C1-6F36-4474-BCCA-5267671F1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66E69-3232-4F82-A534-D16FE4AA96A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52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7CAF8-A6F2-49DB-8F20-E2C247BFC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Future Enhancements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ACCE6-9DF3-4C72-B682-0F931A417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708" y="2328085"/>
            <a:ext cx="8825659" cy="3416300"/>
          </a:xfrm>
        </p:spPr>
        <p:txBody>
          <a:bodyPr/>
          <a:lstStyle/>
          <a:p>
            <a:r>
              <a:rPr lang="en-GB" dirty="0"/>
              <a:t>Hosting for real world scenario</a:t>
            </a:r>
          </a:p>
          <a:p>
            <a:r>
              <a:rPr lang="en-GB" dirty="0"/>
              <a:t>Contents can be made more robust and dynamic by making use of all Database Entities and Relationship</a:t>
            </a:r>
          </a:p>
          <a:p>
            <a:r>
              <a:rPr lang="en-GB" dirty="0"/>
              <a:t>Authentication and Authorization can be implemented to make the project work for Real World Scenario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D7753-7140-46D7-8159-B94F7F4CE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538DE-A464-46F7-8F5A-B004CE63D627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ABFD8E-3F14-4B59-BA10-29185174C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ECommerce Amnil Technology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6D226-1FC5-4A59-B105-526CFB860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66E69-3232-4F82-A534-D16FE4AA96A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239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45D4D8BD-5EA6-42C4-9B27-F229F28D3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897" y="2517743"/>
            <a:ext cx="3471782" cy="1822514"/>
          </a:xfrm>
        </p:spPr>
        <p:txBody>
          <a:bodyPr/>
          <a:lstStyle/>
          <a:p>
            <a:r>
              <a:rPr lang="en-GB" dirty="0"/>
              <a:t>Thank You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9C8B4B-0A33-4B53-909D-316A735F93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965C9-C133-45FF-9B7F-399CA91FB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538DE-A464-46F7-8F5A-B004CE63D627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36B6A3-BD5D-4D7F-B225-ACAE065C0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ECommerce Amnil Technology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942CF-EBBC-48C4-914B-D61EF7FEF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66E69-3232-4F82-A534-D16FE4AA96A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270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92</TotalTime>
  <Words>397</Words>
  <Application>Microsoft Office PowerPoint</Application>
  <PresentationFormat>Widescreen</PresentationFormat>
  <Paragraphs>77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Century Gothic</vt:lpstr>
      <vt:lpstr>Wingdings 3</vt:lpstr>
      <vt:lpstr>Ion Boardroom</vt:lpstr>
      <vt:lpstr>ECommerce Product Management       System : Amnil Mart</vt:lpstr>
      <vt:lpstr>Table of Contents</vt:lpstr>
      <vt:lpstr>About the Project: Amnil Mart</vt:lpstr>
      <vt:lpstr>Database ER Diagram</vt:lpstr>
      <vt:lpstr>Key Features</vt:lpstr>
      <vt:lpstr>UI And Styling</vt:lpstr>
      <vt:lpstr>API and Documentation</vt:lpstr>
      <vt:lpstr>Learnings and Challenges Faced</vt:lpstr>
      <vt:lpstr>Limitations </vt:lpstr>
      <vt:lpstr>Future Enhancements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Ecommerce Application</dc:title>
  <dc:creator>Dell</dc:creator>
  <cp:lastModifiedBy>Dell</cp:lastModifiedBy>
  <cp:revision>33</cp:revision>
  <dcterms:created xsi:type="dcterms:W3CDTF">2025-11-17T04:52:46Z</dcterms:created>
  <dcterms:modified xsi:type="dcterms:W3CDTF">2025-11-17T06:26:21Z</dcterms:modified>
</cp:coreProperties>
</file>